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tableStyles" Target="tableStyles.xml"/><Relationship Id="rId8" Type="http://schemas.openxmlformats.org/officeDocument/2006/relationships/viewProps" Target="viewProps.xml"/><Relationship Id="rId7" Type="http://schemas.openxmlformats.org/officeDocument/2006/relationships/presProps" Target="presProps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65.xml"/><Relationship Id="rId2" Type="http://schemas.openxmlformats.org/officeDocument/2006/relationships/tags" Target="../tags/tag64.xml"/><Relationship Id="rId1" Type="http://schemas.openxmlformats.org/officeDocument/2006/relationships/tags" Target="../tags/tag63.xml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68.xml"/><Relationship Id="rId2" Type="http://schemas.openxmlformats.org/officeDocument/2006/relationships/tags" Target="../tags/tag67.xml"/><Relationship Id="rId1" Type="http://schemas.openxmlformats.org/officeDocument/2006/relationships/tags" Target="../tags/tag66.xml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71.xml"/><Relationship Id="rId2" Type="http://schemas.openxmlformats.org/officeDocument/2006/relationships/tags" Target="../tags/tag70.xml"/><Relationship Id="rId1" Type="http://schemas.openxmlformats.org/officeDocument/2006/relationships/tags" Target="../tags/tag69.xml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74.xml"/><Relationship Id="rId2" Type="http://schemas.openxmlformats.org/officeDocument/2006/relationships/tags" Target="../tags/tag73.xml"/><Relationship Id="rId1" Type="http://schemas.openxmlformats.org/officeDocument/2006/relationships/tags" Target="../tags/tag7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/>
          <a:p>
            <a:r>
              <a:rPr lang="zh-CN" altLang="zh-CN"/>
              <a:t>这是一个测试</a:t>
            </a:r>
            <a:r>
              <a:rPr lang="en-US" altLang="zh-CN"/>
              <a:t>PPT</a:t>
            </a:r>
            <a:endParaRPr lang="en-US" altLang="zh-CN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/>
        <p:txBody>
          <a:bodyPr/>
          <a:p>
            <a:r>
              <a:rPr lang="en-US" altLang="zh-CN"/>
              <a:t>Transformers</a:t>
            </a:r>
            <a:endParaRPr lang="en-US" altLang="zh-CN"/>
          </a:p>
        </p:txBody>
      </p:sp>
    </p:spTree>
    <p:custDataLst>
      <p:tags r:id="rId3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zh-CN"/>
              <a:t>TextSplitter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pPr marL="0" indent="0">
              <a:buNone/>
            </a:pPr>
            <a:r>
              <a:rPr lang="en-US" altLang="zh-CN"/>
              <a:t>The TextSplitter an abstract base class that helps divides documents to fit the AI model’s context window.</a:t>
            </a:r>
            <a:endParaRPr lang="en-US" altLang="zh-CN"/>
          </a:p>
        </p:txBody>
      </p:sp>
    </p:spTree>
    <p:custDataLst>
      <p:tags r:id="rId3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zh-CN"/>
              <a:t>TokenTextSplitter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pPr marL="0" indent="0">
              <a:buNone/>
            </a:pPr>
            <a:r>
              <a:rPr lang="en-US" altLang="zh-CN"/>
              <a:t>The TokenTextSplitter is an implementation of TextSplitter that splits text into chunks based on token count, using the CL100K_BASE encoding.</a:t>
            </a:r>
            <a:endParaRPr lang="en-US" altLang="zh-CN"/>
          </a:p>
        </p:txBody>
      </p:sp>
    </p:spTree>
    <p:custDataLst>
      <p:tags r:id="rId3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zh-CN"/>
              <a:t>Constructor Options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pPr marL="0" indent="0">
              <a:buNone/>
            </a:pPr>
            <a:r>
              <a:rPr lang="en-US" altLang="zh-CN"/>
              <a:t>The TokenTextSplitter provides two constructor options:</a:t>
            </a:r>
            <a:endParaRPr lang="en-US" altLang="zh-CN"/>
          </a:p>
          <a:p>
            <a:pPr marL="0" indent="0">
              <a:buNone/>
            </a:pPr>
            <a:endParaRPr lang="en-US" altLang="zh-CN"/>
          </a:p>
          <a:p>
            <a:pPr marL="0" indent="0">
              <a:buNone/>
            </a:pPr>
            <a:r>
              <a:rPr lang="en-US" altLang="zh-CN"/>
              <a:t>TokenTextSplitter(): Creates a splitter with default settings.</a:t>
            </a:r>
            <a:endParaRPr lang="en-US" altLang="zh-CN"/>
          </a:p>
          <a:p>
            <a:pPr marL="0" indent="0">
              <a:buNone/>
            </a:pPr>
            <a:endParaRPr lang="en-US" altLang="zh-CN"/>
          </a:p>
          <a:p>
            <a:pPr marL="0" indent="0">
              <a:buNone/>
            </a:pPr>
            <a:r>
              <a:rPr lang="en-US" altLang="zh-CN"/>
              <a:t>TokenTextSplitter(int defaultChunkSize, int minChunkSizeChars, int minChunkLengthToEmbed, int maxNumChunks, boolean keepSeparator)</a:t>
            </a:r>
            <a:endParaRPr lang="en-US" altLang="zh-CN"/>
          </a:p>
        </p:txBody>
      </p:sp>
    </p:spTree>
    <p:custDataLst>
      <p:tags r:id="rId3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081_1*a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111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5081_1*b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1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4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563</Words>
  <Application>WPS 演示</Application>
  <PresentationFormat>宽屏</PresentationFormat>
  <Paragraphs>20</Paragraphs>
  <Slides>4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12" baseType="lpstr">
      <vt:lpstr>Arial</vt:lpstr>
      <vt:lpstr>宋体</vt:lpstr>
      <vt:lpstr>Wingdings</vt:lpstr>
      <vt:lpstr>Wingdings</vt:lpstr>
      <vt:lpstr>微软雅黑</vt:lpstr>
      <vt:lpstr>Arial Unicode MS</vt:lpstr>
      <vt:lpstr>Calibri</vt:lpstr>
      <vt:lpstr>WPS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哄哄</cp:lastModifiedBy>
  <cp:revision>157</cp:revision>
  <dcterms:created xsi:type="dcterms:W3CDTF">2019-06-19T02:08:00Z</dcterms:created>
  <dcterms:modified xsi:type="dcterms:W3CDTF">2025-08-20T02:16:04Z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2052-12.1.0.22529</vt:lpwstr>
  </property>
  <property fmtid="{D5CDD505-2E9C-101B-9397-08002B2CF9AE}" pid="3" name="ICV">
    <vt:lpwstr>7ABA8EDB024141AFA3110794593B3274_11</vt:lpwstr>
  </property>
</Properties>
</file>